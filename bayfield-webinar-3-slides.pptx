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72" r:id="rId5"/>
    <p:sldId id="273" r:id="rId6"/>
    <p:sldId id="274" r:id="rId7"/>
    <p:sldId id="275" r:id="rId8"/>
    <p:sldId id="276" r:id="rId9"/>
    <p:sldId id="265" r:id="rId10"/>
    <p:sldId id="277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D7B4D2-8C36-41AD-B852-2A12C98698D0}" v="14" dt="2025-10-20T15:28:40.702"/>
    <p1510:client id="{83EA4627-628D-488A-ABB0-8D8A0D83E1CF}" v="16" dt="2025-10-20T15:12:16.691"/>
    <p1510:client id="{F639E7E8-945B-4EFB-AE1C-870E745743F5}" v="18" dt="2025-10-20T15:43:21.4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619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C4F50-8E66-B2E0-59C7-DA886CD6A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7CD17-0125-3370-54F5-B1C3A3AFB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C92F3-AD73-2463-572D-45E280A51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FE6B1-C9C4-451D-9713-5A2B4DE0852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85E4B-034B-CAAF-2F3B-DF51D03FA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A79FF-64EE-3508-2DE2-E92DB84A7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78111-4004-460D-B1AA-2C1970B92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449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356DF-4DE2-2843-89D1-0DF401B54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E3B95-F10A-9D2B-4EFA-363BC39EF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F03E8-DA20-409F-8CDA-CE89A6D45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FE6B1-C9C4-451D-9713-5A2B4DE0852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BB5B8-D3B1-B679-B8DE-868866C4D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B6A11-6166-DD6A-0331-B9276DA49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78111-4004-460D-B1AA-2C1970B92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18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C2D80-53C4-89FD-2F3A-A3F31EFE7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551A1-D4F8-1011-BA99-DFAB22F09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D2A2A-AF10-0C24-8397-385A4C4DC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FE6B1-C9C4-451D-9713-5A2B4DE0852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BEEEA-F8E8-E093-0D3E-932B67B00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034FA-3110-7CEA-1FF3-41308011A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78111-4004-460D-B1AA-2C1970B92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02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B37DF-F5CA-1475-E750-154C22237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BE5CE-A36B-B967-945E-73D04F622A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5E4294-F426-5FA5-BA3E-7A33B25F8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03D612-095E-B59A-0310-7BB65E4C0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FE6B1-C9C4-451D-9713-5A2B4DE0852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EBAD5-3A9B-AB00-CAC5-8056A66A8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599E4-4521-E241-CE44-3DC75EF3F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78111-4004-460D-B1AA-2C1970B92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6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D68C6-CE7D-808D-DE6C-D87C3AB7E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E53C0D-7D35-3B39-6C52-C6B6B7B7E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FF4BE-A02E-009E-82E0-7B670AA85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CC6D58-541E-E21D-ACE9-7C7C207A0C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FDB5AB-2D46-AD6D-8983-F9675D62A3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E772D0-917B-A791-619C-4DCBD5CEC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FE6B1-C9C4-451D-9713-5A2B4DE0852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D90FC3-E95E-37D5-C8E7-C2B7F952E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42E01C-81A5-AD45-D53E-F87436840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78111-4004-460D-B1AA-2C1970B92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471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4C2F-B8AC-B341-AD84-18BF81876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51BF40-A2AD-0053-92A6-5CD01419F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FE6B1-C9C4-451D-9713-5A2B4DE0852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81C5F7-D8D6-99C0-7381-EB51B3ED2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D2D65-25CE-618E-E4FA-37141F59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78111-4004-460D-B1AA-2C1970B92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129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658879-F8EF-4A5D-8B24-CBC863617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FE6B1-C9C4-451D-9713-5A2B4DE0852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79318E-B74E-059C-17F6-4280954B2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94C39-9B16-648B-722C-BD9D9C4B0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78111-4004-460D-B1AA-2C1970B92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791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04D9B-DFF6-2CE9-4806-DF346CAC0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7DC26-172B-6B2C-24D1-1E1B9C971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2D177F-47E5-9CD0-118D-8A38E30B5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4B1935-60F3-D32E-BEB2-1FD3EF08F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FE6B1-C9C4-451D-9713-5A2B4DE0852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578133-6FCD-2BD2-357F-ED898DA1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BFE0D-1C73-5DD7-4109-04DED32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78111-4004-460D-B1AA-2C1970B92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392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ADAE6-EE7A-3A91-458F-FD378202C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89BF37-7D58-6EA3-6A02-1B539B48B4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997FC9-A1E6-E05A-EA0D-C4CD76D5B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69CDF5-D779-77DD-4D3E-FED1DFD07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FE6B1-C9C4-451D-9713-5A2B4DE0852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EC74D-ED6E-B13D-605D-E1DDBAE8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2F1108-F93C-2736-C998-356FFFE85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78111-4004-460D-B1AA-2C1970B92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112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97BFF-5E1C-2346-E951-394C62D3F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362C59-A5E2-94D7-2C18-1C1D1390D9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5439B-C3FD-271F-825F-150E10F80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FE6B1-C9C4-451D-9713-5A2B4DE0852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433A4-E0CF-9DB2-7590-56CC4D0D5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5B67F-9D04-1298-F6C2-E58F58EBE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78111-4004-460D-B1AA-2C1970B92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9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88D73C-139B-6BE3-BDC8-8309936547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639E99-BA50-4007-7534-113BCB214A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8E2C1-B577-7E2E-B30E-484F5D710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FE6B1-C9C4-451D-9713-5A2B4DE0852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4CE85-6568-3AD1-35B5-017E604BA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AECF9-AA3D-DA03-B51F-1870D2D25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78111-4004-460D-B1AA-2C1970B92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743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4983DD-F8C7-5799-CED1-237EB0D88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17804-3D0C-B18F-33E4-EC27B4A87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2E691-3504-6ED7-3541-7F0EBE7D7B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2FE6B1-C9C4-451D-9713-5A2B4DE0852D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B3674-A95F-EFD7-7450-CB74E908B7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B0056-2111-3AFA-0FB0-221623B7B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78111-4004-460D-B1AA-2C1970B92D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115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90B3D-F2C4-7E6F-4CD7-2E608E430F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an Interactive Real Estate Dashboard in Power BI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D94936-684D-5205-7F3C-EBB03E5D14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968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7F19A-877F-EF3C-2719-E683B58EE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5B945-A7C6-57CC-0C16-5619589E3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Microsoft Excel MVP and LinkedIn Learning Instructor</a:t>
            </a:r>
          </a:p>
          <a:p>
            <a:r>
              <a:rPr lang="en-US" dirty="0"/>
              <a:t>Author of </a:t>
            </a:r>
            <a:r>
              <a:rPr lang="en-US" i="1" dirty="0"/>
              <a:t>Modern Data Analytics in Excel</a:t>
            </a:r>
            <a:r>
              <a:rPr lang="en-US" dirty="0"/>
              <a:t> (O’Reilly)</a:t>
            </a:r>
          </a:p>
          <a:p>
            <a:r>
              <a:rPr lang="en-US" dirty="0"/>
              <a:t>Trainer and consultant for Fortune 500 firms, banks, and real estate professionals</a:t>
            </a:r>
          </a:p>
          <a:p>
            <a:r>
              <a:rPr lang="en-US" dirty="0"/>
              <a:t>Speaker at Global Excel Summit and other major conferences</a:t>
            </a:r>
          </a:p>
          <a:p>
            <a:r>
              <a:rPr lang="en-US" dirty="0"/>
              <a:t>Founder of </a:t>
            </a:r>
            <a:r>
              <a:rPr lang="en-US" dirty="0" err="1"/>
              <a:t>Stringfest</a:t>
            </a:r>
            <a:r>
              <a:rPr lang="en-US" dirty="0"/>
              <a:t> Analytics, helping professionals turn data into clarity and insight</a:t>
            </a:r>
          </a:p>
        </p:txBody>
      </p:sp>
    </p:spTree>
    <p:extLst>
      <p:ext uri="{BB962C8B-B14F-4D97-AF65-F5344CB8AC3E}">
        <p14:creationId xmlns:p14="http://schemas.microsoft.com/office/powerpoint/2010/main" val="668339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Part 1, we cleaned and prepared our tenancy schedule</a:t>
            </a:r>
          </a:p>
          <a:p>
            <a:r>
              <a:rPr lang="en-US" dirty="0"/>
              <a:t>In Part 2, we modeled relationships and created DAX measures</a:t>
            </a:r>
          </a:p>
          <a:p>
            <a:r>
              <a:rPr lang="en-US" dirty="0"/>
              <a:t>Today: we’ll combine it all into an interactive, executive-ready dashboard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80FE3-6B5E-AE22-6245-3201819CD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C4B04-59DA-AA7D-5498-1DEFFC3F4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32253-3D00-6397-40F9-6F8D53A6C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 key measures and data model</a:t>
            </a:r>
          </a:p>
          <a:p>
            <a:r>
              <a:rPr lang="en-US" dirty="0"/>
              <a:t>Design the dashboard layout</a:t>
            </a:r>
          </a:p>
          <a:p>
            <a:r>
              <a:rPr lang="en-US" dirty="0"/>
              <a:t>Add visuals for occupancy, rent, and lease KPIs</a:t>
            </a:r>
          </a:p>
          <a:p>
            <a:r>
              <a:rPr lang="en-US" dirty="0"/>
              <a:t>Build timelines and filters for interactivity</a:t>
            </a:r>
          </a:p>
          <a:p>
            <a:r>
              <a:rPr lang="en-US" dirty="0"/>
              <a:t>Format, publish, and share the final report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84847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63B44-52B6-F3E8-F68F-3B7127739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80ED-BBFC-A400-C133-08A2DB817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planning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9E892-0C04-728F-990D-468917827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your main questions:</a:t>
            </a:r>
          </a:p>
          <a:p>
            <a:pPr lvl="1"/>
            <a:r>
              <a:rPr lang="en-US" dirty="0"/>
              <a:t>What’s our current occupancy rate?</a:t>
            </a:r>
          </a:p>
          <a:p>
            <a:pPr lvl="1"/>
            <a:r>
              <a:rPr lang="en-US" dirty="0"/>
              <a:t>Which leases are nearing expiry?</a:t>
            </a:r>
          </a:p>
          <a:p>
            <a:pPr lvl="1"/>
            <a:r>
              <a:rPr lang="en-US" dirty="0"/>
              <a:t>Who are our top tenants by rent?</a:t>
            </a:r>
          </a:p>
          <a:p>
            <a:r>
              <a:rPr lang="en-US" dirty="0"/>
              <a:t>Choose visuals that answer those questions at a glance</a:t>
            </a:r>
          </a:p>
          <a:p>
            <a:r>
              <a:rPr lang="en-US" dirty="0"/>
              <a:t>Group visuals into logical sections (e.g., KPIs, timelines, tenant details)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8679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427CD-7BF0-4006-BFBF-0E7A6092B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91A6C-4B09-E1E8-E6D2-F8F2BB831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visual KPIs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1FBD8-BD16-549E-BFE1-6D5928CE1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Place key metrics at the top of the dashboard</a:t>
            </a:r>
          </a:p>
          <a:p>
            <a:r>
              <a:rPr lang="en-US" dirty="0"/>
              <a:t>Focus on Occupancy, Rent Roll, Avg Rent PSF</a:t>
            </a:r>
          </a:p>
          <a:p>
            <a:r>
              <a:rPr lang="en-US" dirty="0"/>
              <a:t>Use large, clean visuals that are easy to monitor</a:t>
            </a:r>
          </a:p>
          <a:p>
            <a:r>
              <a:rPr lang="en-US" dirty="0"/>
              <a:t>Keep formatting simple and consistent\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5078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AFC43-F0DB-7711-76A5-848DABDA7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46DA3-AB0B-1EE1-FE4B-CBF92E7B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slicers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219D7-262E-EC88-4FBE-8F10A4D29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a Fit Out (Cat A / Cat B) slicer for quick comparisons</a:t>
            </a:r>
          </a:p>
          <a:p>
            <a:r>
              <a:rPr lang="en-US" dirty="0"/>
              <a:t>Style as Tile view with larger font for usability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1555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9F72B-1DBF-F373-F313-0F2D23D73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204AE-F962-8578-A523-4C6D0813E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Gantt chart for lease timelines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129BA-BC85-5551-094E-A89DEFE40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the Microsoft Gantt Chart visual (from AppSource)</a:t>
            </a:r>
          </a:p>
          <a:p>
            <a:r>
              <a:rPr lang="en-US" dirty="0"/>
              <a:t>Aggregate by Year for clarity</a:t>
            </a:r>
          </a:p>
          <a:p>
            <a:r>
              <a:rPr lang="en-US" dirty="0"/>
              <a:t>Adjust label widths + fonts for readability</a:t>
            </a:r>
          </a:p>
          <a:p>
            <a:r>
              <a:rPr lang="en-US" dirty="0"/>
              <a:t>Use calculated columns (</a:t>
            </a:r>
            <a:r>
              <a:rPr lang="en-US" dirty="0" err="1"/>
              <a:t>LeaseStart_Filled</a:t>
            </a:r>
            <a:r>
              <a:rPr lang="en-US" dirty="0"/>
              <a:t>, </a:t>
            </a:r>
            <a:r>
              <a:rPr lang="en-US" dirty="0" err="1"/>
              <a:t>LeaseExpiry_Filled</a:t>
            </a:r>
            <a:r>
              <a:rPr lang="en-US" dirty="0"/>
              <a:t>) to display vacant units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6886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Wrap-</a:t>
            </a:r>
            <a:r>
              <a:rPr lang="en-US" dirty="0"/>
              <a:t>u</a:t>
            </a:r>
            <a:r>
              <a:rPr dirty="0"/>
              <a:t>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built…</a:t>
            </a:r>
          </a:p>
          <a:p>
            <a:pPr lvl="1"/>
            <a:r>
              <a:rPr lang="en-US" dirty="0"/>
              <a:t>A live dashboard with KPIs, slicers, and a Gantt timeline</a:t>
            </a:r>
          </a:p>
          <a:p>
            <a:pPr lvl="1"/>
            <a:r>
              <a:rPr lang="en-US" dirty="0"/>
              <a:t>DAX measures and data model behind the scenes</a:t>
            </a:r>
          </a:p>
          <a:p>
            <a:pPr lvl="1"/>
            <a:r>
              <a:rPr lang="en-US" dirty="0"/>
              <a:t>A clear visual view of occupancy and lease activity</a:t>
            </a:r>
          </a:p>
          <a:p>
            <a:r>
              <a:rPr lang="en-US" dirty="0"/>
              <a:t>Next up...</a:t>
            </a:r>
          </a:p>
          <a:p>
            <a:pPr lvl="1"/>
            <a:r>
              <a:rPr lang="en-US" dirty="0"/>
              <a:t>Explore automation, publishing, and sharing flows.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096C7-186D-8DED-F0E6-80CAE5C82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EC5C8-32BF-BEDA-38AB-CE61F46B4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questions do you have?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89148-53DD-7A64-E4D0-BD99D3851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725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7D4E5-D953-E6DC-1439-DFA61E55B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4DBF6-0435-D370-16EC-70DE83247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Connect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C7930-F1FD-05F0-D0EC-440FC1495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📩 </a:t>
            </a:r>
            <a:r>
              <a:rPr lang="en-US" b="1" dirty="0"/>
              <a:t>george@stringfestanalytics.com</a:t>
            </a:r>
            <a:br>
              <a:rPr lang="en-US" dirty="0"/>
            </a:br>
            <a:r>
              <a:rPr lang="en-US" dirty="0"/>
              <a:t>🔗 </a:t>
            </a:r>
            <a:r>
              <a:rPr lang="en-US" b="1" dirty="0"/>
              <a:t>linkedin.com/in/</a:t>
            </a:r>
            <a:r>
              <a:rPr lang="en-US" b="1" dirty="0" err="1"/>
              <a:t>gjmount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694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365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Building an Interactive Real Estate Dashboard in Power BI</vt:lpstr>
      <vt:lpstr>About Me</vt:lpstr>
      <vt:lpstr>Recap</vt:lpstr>
      <vt:lpstr>Agenda</vt:lpstr>
      <vt:lpstr>Dashboard planning</vt:lpstr>
      <vt:lpstr>Building visual KPIs</vt:lpstr>
      <vt:lpstr>Interactive slicers</vt:lpstr>
      <vt:lpstr>Gantt chart for lease timelines</vt:lpstr>
      <vt:lpstr>Wrap-up</vt:lpstr>
      <vt:lpstr>What questions do you have?</vt:lpstr>
      <vt:lpstr>Let’s Connect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Mount</dc:creator>
  <cp:lastModifiedBy>George Mount</cp:lastModifiedBy>
  <cp:revision>1</cp:revision>
  <dcterms:created xsi:type="dcterms:W3CDTF">2025-09-23T13:50:47Z</dcterms:created>
  <dcterms:modified xsi:type="dcterms:W3CDTF">2025-10-20T15:43:45Z</dcterms:modified>
</cp:coreProperties>
</file>